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</Relationships>

</file>

<file path=ppt/slides/_rels/slide1.xml.rels><?xml version="1.0" encoding="UTF-8" standalone="yes"?>
<Relationships xmlns="http://schemas.openxmlformats.org/package/2006/relationships"/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docProps/app.xml><?xml version="1.0" encoding="utf-8"?>
<Properties xmlns="http://schemas.openxmlformats.org/officeDocument/2006/extended-properties" xmlns:vt="http://schemas.openxmlformats.org/officeDocument/2006/docPropsVTypes">
  <Application>Tahoe New File</Application>
</Properties>
</file>

<file path=docProps/core.xml><?xml version="1.0" encoding="utf-8"?>
<cp:coreProperties xmlns:cp="http://schemas.openxmlformats.org/package/2006/metadata/core-properties" xmlns:dc="http://purl.org/dc/elements/1.1/">
  <dc:creator>Tahoe New File</dc:creator>
</cp:coreProperties>
</file>